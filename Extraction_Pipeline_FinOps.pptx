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Extraction Pipeline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8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 · unit economics · optimisation · forecasting · monitoring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[Manager]   ·   [Author]   ·  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headline: architecture drives a ~4x cost reduction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926080" cy="0"/>
          </a:xfrm>
          <a:prstGeom prst="line">
            <a:avLst/>
          </a:prstGeom>
          <a:noFill/>
          <a:ln w="38100">
            <a:solidFill>
              <a:srgbClr val="C98A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5029200" cy="2377440"/>
          </a:xfrm>
          <a:prstGeom prst="roundRect">
            <a:avLst>
              <a:gd name="adj" fmla="val 3846"/>
            </a:avLst>
          </a:prstGeom>
          <a:solidFill>
            <a:srgbClr val="F6E7E4"/>
          </a:solidFill>
          <a:ln w="25400">
            <a:solidFill>
              <a:srgbClr val="B445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alone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$350,000 – $450,000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every page with the vision model — expensive at scale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029200" cy="2377440"/>
          </a:xfrm>
          <a:prstGeom prst="roundRect">
            <a:avLst>
              <a:gd name="adj" fmla="val 3846"/>
            </a:avLst>
          </a:prstGeom>
          <a:solidFill>
            <a:srgbClr val="E3F0EA"/>
          </a:solidFill>
          <a:ln w="25400">
            <a:solidFill>
              <a:srgbClr val="2E7D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Parse + Sonnet (our design)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$80,000 – $120,000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92240" y="32918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parsing for tables/text; vision only for charts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Basis: 1,000,000 pages (~33,000 documents at ~30 pages each). The pipeline routes each modality to its cheapest reliable tool — not every page to the vision model — which is where the ~70% saving comes from.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one-off estimate for planning; not a committed quote.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breakdown — three lenses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926080" cy="0"/>
          </a:xfrm>
          <a:prstGeom prst="line">
            <a:avLst/>
          </a:prstGeom>
          <a:noFill/>
          <a:ln w="38100">
            <a:solidFill>
              <a:srgbClr val="C98A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25400">
            <a:solidFill>
              <a:srgbClr val="1F5C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3383280" cy="640080"/>
          </a:xfrm>
          <a:prstGeom prst="rect">
            <a:avLst/>
          </a:prstGeom>
          <a:solidFill>
            <a:srgbClr val="1F5C8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83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cost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Fixed, runs regardless of volume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(EDP / Databricks)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storage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compute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25400">
            <a:solidFill>
              <a:srgbClr val="1E8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737360"/>
            <a:ext cx="3383280" cy="640080"/>
          </a:xfrm>
          <a:prstGeom prst="rect">
            <a:avLst/>
          </a:prstGeom>
          <a:solidFill>
            <a:srgbClr val="1E8A7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83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cost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documents processed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extraction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Parse Document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25400">
            <a:solidFill>
              <a:srgbClr val="C98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737360"/>
            <a:ext cx="3383280" cy="640080"/>
          </a:xfrm>
          <a:prstGeom prst="rect">
            <a:avLst/>
          </a:prstGeom>
          <a:solidFill>
            <a:srgbClr val="C98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783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cost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by growth / new demand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310896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extraction requirements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growth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cost — what drives it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926080" cy="0"/>
          </a:xfrm>
          <a:prstGeom prst="line">
            <a:avLst/>
          </a:prstGeom>
          <a:noFill/>
          <a:ln w="38100">
            <a:solidFill>
              <a:srgbClr val="C98A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6679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drivers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3774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430"/>
                </a:solidFill>
              </a:rPr>
              <a:t>LLM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52430"/>
                </a:solidFill>
              </a:rPr>
              <a:t>Embedding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5400">
            <a:solidFill>
              <a:srgbClr val="1E8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pipeline drivers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430"/>
                </a:solidFill>
              </a:rPr>
              <a:t>LLM extraction (charts only)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430"/>
                </a:solidFill>
              </a:rPr>
              <a:t>AI Parse Document (tables / text)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52430"/>
                </a:solidFill>
              </a:rPr>
              <a:t>Embedding (search index)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by modality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452628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B4453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26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4544568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— vision model (Sonnet) reads each chart image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093208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E8A7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0932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51760" y="5111496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— deterministic AI Parse + rule-based structuring, no per-cell LLM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660136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2E7D5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66013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5678424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— parsed directly, minimal processing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cost is controlled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926080" cy="0"/>
          </a:xfrm>
          <a:prstGeom prst="line">
            <a:avLst/>
          </a:prstGeom>
          <a:noFill/>
          <a:ln w="38100">
            <a:solidFill>
              <a:srgbClr val="C98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modality is routed to its cheapest reliable tool.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&amp; text → AI Parse + deterministic rules (no LLM per value) — cheap, reproducible, no per-page vision cost.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→ the vision model only, because they genuinely require it — the expensive tool used sparingly.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runs once per document for search — a fixed, modest per-document cost.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500" i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effect: we avoid sending 1,000,000 pages through the vision model — the single biggest cost lever.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— the FinOps lens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926080" cy="0"/>
          </a:xfrm>
          <a:prstGeom prst="line">
            <a:avLst/>
          </a:prstGeom>
          <a:noFill/>
          <a:ln w="38100">
            <a:solidFill>
              <a:srgbClr val="C98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67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unit of work is the metric we plan, benchmark, and optimise against.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926080"/>
                <a:gridCol w="19202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(AI Parse + Sonnet)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Sonnet alone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page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 – $0.12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$0.35 – $0.45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~4x cheaper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document (~30 pp)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$2.40 – $3.60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$10.50 – $13.50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~4x cheaper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1,000 documents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$2.4k – $3.6k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$10.5k – $13.5k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~4x cheaper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1,000,000 pages (~33k docs)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$80k – $120k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$350k – $450k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~$270k saved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cost stays flat as volume grows (usage scales linearly), so forecasting is straightforward and the per-document price is predictable for showback.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allocation (showback)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926080" cy="0"/>
          </a:xfrm>
          <a:prstGeom prst="line">
            <a:avLst/>
          </a:prstGeom>
          <a:noFill/>
          <a:ln w="38100">
            <a:solidFill>
              <a:srgbClr val="C98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67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is tagged by team and report type, so cost attributes to the consumers who drive it.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10515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572000"/>
                <a:gridCol w="29260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Allocation basis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works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 team / report 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carry team + report_type tags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Per-team showback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 document volume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≈ documents × per-doc unit cost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Fair, usage-based split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 modality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Charts cost more than tables/text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Driver-level insight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team's spend ≈ their document count × the per-document rate — transparent and easy to forecast per team.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levers — active cost control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926080" cy="0"/>
          </a:xfrm>
          <a:prstGeom prst="line">
            <a:avLst/>
          </a:prstGeom>
          <a:noFill/>
          <a:ln w="38100">
            <a:solidFill>
              <a:srgbClr val="C98A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3017520" cy="749808"/>
          </a:xfrm>
          <a:prstGeom prst="roundRect">
            <a:avLst>
              <a:gd name="adj" fmla="val 7317"/>
            </a:avLst>
          </a:prstGeom>
          <a:solidFill>
            <a:srgbClr val="2E7D5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routing (done)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69080" y="1618488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Tables/text → deterministic AI Parse; vision only for charts. The ~4x saving already banked.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3017520" cy="749808"/>
          </a:xfrm>
          <a:prstGeom prst="roundRect">
            <a:avLst>
              <a:gd name="adj" fmla="val 7317"/>
            </a:avLst>
          </a:prstGeom>
          <a:solidFill>
            <a:srgbClr val="1E8A7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96312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Chart-read efficiency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9080" y="2514600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are the main variable cost. Cropping, batching and reading only genuine charts minimise vision calls.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392424"/>
            <a:ext cx="3017520" cy="749808"/>
          </a:xfrm>
          <a:prstGeom prst="roundRect">
            <a:avLst>
              <a:gd name="adj" fmla="val 7317"/>
            </a:avLst>
          </a:prstGeom>
          <a:solidFill>
            <a:srgbClr val="1F5C8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9242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reuse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9080" y="3410712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runs once per document; re-runs reuse rather than re-embed where possible.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288536"/>
            <a:ext cx="3017520" cy="749808"/>
          </a:xfrm>
          <a:prstGeom prst="roundRect">
            <a:avLst>
              <a:gd name="adj" fmla="val 7317"/>
            </a:avLst>
          </a:prstGeom>
          <a:solidFill>
            <a:srgbClr val="C98A2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88536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/ tool selection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69080" y="4306824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model tier per task; adopt cheaper/stronger versions as they ship.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184648"/>
            <a:ext cx="3017520" cy="749808"/>
          </a:xfrm>
          <a:prstGeom prst="roundRect">
            <a:avLst>
              <a:gd name="adj" fmla="val 7317"/>
            </a:avLst>
          </a:prstGeom>
          <a:solidFill>
            <a:srgbClr val="66798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184648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lifecycle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69080" y="5202936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or expire older raw/intermediate output to contain database growth.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— cost by volume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926080" cy="0"/>
          </a:xfrm>
          <a:prstGeom prst="line">
            <a:avLst/>
          </a:prstGeom>
          <a:noFill/>
          <a:ln w="38100">
            <a:solidFill>
              <a:srgbClr val="C98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67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cost scales linearly with volume at a stable unit price.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651760"/>
                <a:gridCol w="23774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volume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Documents (~30pp)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Usage cost (hybrid)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Sonnet alone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100,000 pages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~3,300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$8k – $12k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$35k – $45k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500,000 pages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~16,500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$40k – $60k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$175k – $225k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1,000,000 pages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~33,000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$80k – $120k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$350k – $450k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5,000,000 pages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~165,000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$400k – $600k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$1.75m – $2.25m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937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hybrid design's advantage compounds with scale — at 5M pages it avoids well over $1m vs vision-only.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usage projections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926080" cy="0"/>
          </a:xfrm>
          <a:prstGeom prst="line">
            <a:avLst/>
          </a:prstGeom>
          <a:noFill/>
          <a:ln w="38100">
            <a:solidFill>
              <a:srgbClr val="C98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7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app cost scales with how much teams run it. Scenarios assume the hybrid per-document cost (~$3) and typical run sizes.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94560"/>
          <a:ext cx="10515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2377440"/>
                <a:gridCol w="2743200"/>
                <a:gridCol w="17373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teams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 / month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usage cost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–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$3.6k – $5.4k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$43k – $65k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– 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$14k – $22k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$170k – $260k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$48k – $72k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$580k – $860k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297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rises with adoption — but so does value: each run replaces manual extraction effort.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cost only (on top of fixed standing cost); moves with run frequency and document size.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(per-team quotas, chart-read caps) can cap the high-adoption tail if needed.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— the FinOps loop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926080" cy="0"/>
          </a:xfrm>
          <a:prstGeom prst="line">
            <a:avLst/>
          </a:prstGeom>
          <a:noFill/>
          <a:ln w="38100">
            <a:solidFill>
              <a:srgbClr val="C98A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25400">
            <a:solidFill>
              <a:srgbClr val="1F5C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3383280" cy="640080"/>
          </a:xfrm>
          <a:prstGeom prst="rect">
            <a:avLst/>
          </a:prstGeom>
          <a:solidFill>
            <a:srgbClr val="1F5C8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83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Inform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every run (team, report type, run id); surface cost per document &amp; per team on a dashboard.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73736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25400">
            <a:solidFill>
              <a:srgbClr val="1E8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737360"/>
            <a:ext cx="3383280" cy="640080"/>
          </a:xfrm>
          <a:prstGeom prst="rect">
            <a:avLst/>
          </a:prstGeom>
          <a:solidFill>
            <a:srgbClr val="1E8A7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83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Optimise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60604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the chart-read share (main variable cost); tune cropping, batching, model choice.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25400">
            <a:solidFill>
              <a:srgbClr val="C98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737360"/>
            <a:ext cx="3383280" cy="640080"/>
          </a:xfrm>
          <a:prstGeom prst="rect">
            <a:avLst/>
          </a:prstGeom>
          <a:solidFill>
            <a:srgbClr val="C98A2B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783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Operate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260604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spend vs forecast monthly; set per-team quotas/alerts; adopt cheaper versions as they ship.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3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continuous cycle — not a one-off estimate — keeps cost predictable as volume and adoption grow.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743200" cy="0"/>
          </a:xfrm>
          <a:prstGeom prst="line">
            <a:avLst/>
          </a:prstGeom>
          <a:noFill/>
          <a:ln w="38100">
            <a:solidFill>
              <a:srgbClr val="C98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architecture (AI Parse for tables/text, vision only for charts) cuts the 1M-page cost from ~$350–450k to ~$80–120k — a ~4x reduction, at ~$0.08–0.12 per page.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are structured (standing / usage / incremental), allocated by team, and actively optimised.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scales linearly; app adoption is the main upside driver — cost rises with usage, and so does value.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Monitored continuously (inform → optimise → operate) to stay predictable as we scale.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are indicative one-off figures for planning. Actuals depend on final volumes, model pricing, and adoption.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2026-10-22T07:35:30Z</dcterms:created>
  <dcterms:modified xsi:type="dcterms:W3CDTF">2026-10-22T07:35:30Z</dcterms:modified>
</cp:coreProperties>
</file>